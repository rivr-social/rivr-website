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Todes 1"/>
              </a:rPr>
              <a:t>Todes 1 — Handgloves 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Todes"/>
              </a:rPr>
              <a:t>Todes — Handgloves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39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Todes Medium"/>
              </a:rPr>
              <a:t>Todes Medium — Handgloves 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Todes 1 Medium"/>
              </a:rPr>
              <a:t>Todes 1 Medium — Handgloves 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Todes Regular"/>
              </a:rPr>
              <a:t>Todes Regular — Handgloves 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TT Commons Pro Bold"/>
              </a:rPr>
              <a:t>TT Commons Pro Bold — Handgloves 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595359"/>
            <a:ext cx="1645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4EAD8"/>
                </a:solidFill>
                <a:latin typeface="Ibarra Real Nova Italics"/>
              </a:rPr>
              <a:t>Ibarra Real Nova Italics — Handgloves 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